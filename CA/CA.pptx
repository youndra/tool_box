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16459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0">
                <a:solidFill>
                  <a:srgbClr val="111111"/>
                </a:solidFill>
                <a:latin typeface="Arial"/>
              </a:rPr>
              <a:t>Residual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06240" y="1965960"/>
            <a:ext cx="1737360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0">
                <a:solidFill>
                  <a:srgbClr val="111111"/>
                </a:solidFill>
                <a:latin typeface="Arial"/>
              </a:rPr>
              <a:t>X Avg Pool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965960"/>
            <a:ext cx="1737360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0">
                <a:solidFill>
                  <a:srgbClr val="111111"/>
                </a:solidFill>
                <a:latin typeface="Arial"/>
              </a:rPr>
              <a:t>Y Avg Pool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697480"/>
            <a:ext cx="4069080" cy="4389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Arial"/>
              </a:rPr>
              <a:t>Concat+Conv2d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3337560"/>
            <a:ext cx="4069080" cy="4389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Arial"/>
              </a:rPr>
              <a:t>BatchNorm+Non- Linear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3977639"/>
            <a:ext cx="173736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Arial"/>
              </a:rPr>
              <a:t>Conv2d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977639"/>
            <a:ext cx="173736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Arial"/>
              </a:rPr>
              <a:t>Conv2d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645152"/>
            <a:ext cx="173736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Arial"/>
              </a:rPr>
              <a:t>Sigmoid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645152"/>
            <a:ext cx="173736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Arial"/>
              </a:rPr>
              <a:t>Sigmoid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440680"/>
            <a:ext cx="1645920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0">
                <a:solidFill>
                  <a:srgbClr val="111111"/>
                </a:solidFill>
                <a:latin typeface="Arial"/>
              </a:rPr>
              <a:t>Re-Weight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1348740"/>
            <a:ext cx="2331720" cy="617220"/>
          </a:xfrm>
          <a:prstGeom prst="line">
            <a:avLst/>
          </a:prstGeom>
          <a:ln w="1397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43200" y="1348740"/>
            <a:ext cx="4709160" cy="617220"/>
          </a:xfrm>
          <a:prstGeom prst="line">
            <a:avLst/>
          </a:prstGeom>
          <a:ln w="1397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74920" y="2441448"/>
            <a:ext cx="1165859" cy="256032"/>
          </a:xfrm>
          <a:prstGeom prst="line">
            <a:avLst/>
          </a:prstGeom>
          <a:ln w="1397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240779" y="2441448"/>
            <a:ext cx="1211581" cy="256032"/>
          </a:xfrm>
          <a:prstGeom prst="line">
            <a:avLst/>
          </a:prstGeom>
          <a:ln w="1397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40779" y="3136392"/>
            <a:ext cx="0" cy="201168"/>
          </a:xfrm>
          <a:prstGeom prst="line">
            <a:avLst/>
          </a:prstGeom>
          <a:ln w="1397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074920" y="3776472"/>
            <a:ext cx="1165859" cy="201167"/>
          </a:xfrm>
          <a:prstGeom prst="line">
            <a:avLst/>
          </a:prstGeom>
          <a:ln w="1397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40779" y="3776472"/>
            <a:ext cx="1211581" cy="201167"/>
          </a:xfrm>
          <a:prstGeom prst="line">
            <a:avLst/>
          </a:prstGeom>
          <a:ln w="1397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74920" y="4434840"/>
            <a:ext cx="0" cy="210312"/>
          </a:xfrm>
          <a:prstGeom prst="line">
            <a:avLst/>
          </a:prstGeom>
          <a:ln w="1397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52360" y="4434840"/>
            <a:ext cx="0" cy="210312"/>
          </a:xfrm>
          <a:prstGeom prst="line">
            <a:avLst/>
          </a:prstGeom>
          <a:ln w="1397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920240" y="4873752"/>
            <a:ext cx="2286000" cy="566928"/>
          </a:xfrm>
          <a:prstGeom prst="line">
            <a:avLst/>
          </a:prstGeom>
          <a:ln w="1397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920240" y="4873752"/>
            <a:ext cx="4663440" cy="566928"/>
          </a:xfrm>
          <a:prstGeom prst="line">
            <a:avLst/>
          </a:prstGeom>
          <a:ln w="1397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28800" y="56692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Arial"/>
              </a:rP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635508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11111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132588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Arial"/>
              </a:rPr>
              <a:t>C x H x 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488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Arial"/>
              </a:rPr>
              <a:t>C x H x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05740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Arial"/>
              </a:rPr>
              <a:t>C x 1 x 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78892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Arial"/>
              </a:rPr>
              <a:t>C/r x 1 x (W+H)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4290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Arial"/>
              </a:rPr>
              <a:t>C/r x 1 x (W+H)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74903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11111"/>
                </a:solidFill>
                <a:latin typeface="Arial"/>
              </a:rPr>
              <a:t>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1605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Arial"/>
              </a:rPr>
              <a:t>C x H x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06908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Arial"/>
              </a:rPr>
              <a:t>C x 1 x 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82803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Arial"/>
              </a:rPr>
              <a:t>C x H x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82803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Arial"/>
              </a:rPr>
              <a:t>C x 1 x 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Arial"/>
              </a:rPr>
              <a:t>C x H x 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