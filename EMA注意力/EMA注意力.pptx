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949440" cy="85953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3794760"/>
            <a:ext cx="4892040" cy="3611880"/>
          </a:xfrm>
          <a:prstGeom prst="rect">
            <a:avLst/>
          </a:prstGeom>
          <a:noFill/>
          <a:ln w="10160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11880" y="4160520"/>
            <a:ext cx="2194560" cy="28803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40280" y="7205472"/>
            <a:ext cx="164592" cy="16459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411480"/>
            <a:ext cx="804672" cy="384048"/>
          </a:xfrm>
          <a:prstGeom prst="rect">
            <a:avLst/>
          </a:prstGeom>
          <a:solidFill>
            <a:srgbClr val="FFF4C9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40" y="1143000"/>
            <a:ext cx="1216152" cy="384048"/>
          </a:xfrm>
          <a:prstGeom prst="rect">
            <a:avLst/>
          </a:prstGeom>
          <a:solidFill>
            <a:srgbClr val="FFF4C9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X Avg Pool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143000"/>
            <a:ext cx="1234440" cy="384048"/>
          </a:xfrm>
          <a:prstGeom prst="rect">
            <a:avLst/>
          </a:prstGeom>
          <a:solidFill>
            <a:srgbClr val="FFF4C9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Y Avg Pool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143000"/>
            <a:ext cx="1234440" cy="384048"/>
          </a:xfrm>
          <a:prstGeom prst="rect">
            <a:avLst/>
          </a:prstGeom>
          <a:solidFill>
            <a:srgbClr val="D68AC8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Conv(3x3)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783080"/>
            <a:ext cx="3017520" cy="384048"/>
          </a:xfrm>
          <a:prstGeom prst="rect">
            <a:avLst/>
          </a:prstGeom>
          <a:solidFill>
            <a:srgbClr val="FFF4C9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111111"/>
                </a:solidFill>
                <a:latin typeface="Times New Roman"/>
              </a:rPr>
              <a:t>Concat+Conv(1x1)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2487168"/>
            <a:ext cx="1216152" cy="384048"/>
          </a:xfrm>
          <a:prstGeom prst="rect">
            <a:avLst/>
          </a:prstGeom>
          <a:solidFill>
            <a:srgbClr val="FFF4C9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Sigmoid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487168"/>
            <a:ext cx="1216152" cy="384048"/>
          </a:xfrm>
          <a:prstGeom prst="rect">
            <a:avLst/>
          </a:prstGeom>
          <a:solidFill>
            <a:srgbClr val="FFF4C9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Sigmoid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3246120"/>
            <a:ext cx="1280160" cy="384048"/>
          </a:xfrm>
          <a:prstGeom prst="rect">
            <a:avLst/>
          </a:prstGeom>
          <a:solidFill>
            <a:srgbClr val="FFF4C9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Re-weight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3977639"/>
            <a:ext cx="1280160" cy="384048"/>
          </a:xfrm>
          <a:prstGeom prst="rect">
            <a:avLst/>
          </a:prstGeom>
          <a:solidFill>
            <a:srgbClr val="FFF4C9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GroupNorm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4645152"/>
            <a:ext cx="1298448" cy="384048"/>
          </a:xfrm>
          <a:prstGeom prst="rect">
            <a:avLst/>
          </a:prstGeom>
          <a:solidFill>
            <a:srgbClr val="FFF4C9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Avg Pool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5376672"/>
            <a:ext cx="1298448" cy="384048"/>
          </a:xfrm>
          <a:prstGeom prst="rect">
            <a:avLst/>
          </a:prstGeom>
          <a:solidFill>
            <a:srgbClr val="FFF4C9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Softmax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6126480"/>
            <a:ext cx="1298448" cy="384048"/>
          </a:xfrm>
          <a:prstGeom prst="rect">
            <a:avLst/>
          </a:prstGeom>
          <a:solidFill>
            <a:srgbClr val="FFF4C9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Matmul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4160520"/>
            <a:ext cx="1234440" cy="384048"/>
          </a:xfrm>
          <a:prstGeom prst="rect">
            <a:avLst/>
          </a:prstGeom>
          <a:solidFill>
            <a:srgbClr val="D68AC8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Avg Pool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4983480"/>
            <a:ext cx="1234440" cy="384048"/>
          </a:xfrm>
          <a:prstGeom prst="rect">
            <a:avLst/>
          </a:prstGeom>
          <a:solidFill>
            <a:srgbClr val="D68AC8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Softmax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5897880"/>
            <a:ext cx="1234440" cy="384048"/>
          </a:xfrm>
          <a:prstGeom prst="rect">
            <a:avLst/>
          </a:prstGeom>
          <a:solidFill>
            <a:srgbClr val="D68AC8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Matmul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7543800"/>
            <a:ext cx="1234440" cy="384048"/>
          </a:xfrm>
          <a:prstGeom prst="rect">
            <a:avLst/>
          </a:prstGeom>
          <a:solidFill>
            <a:srgbClr val="2CB7F0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Sigmoid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1640" y="8092440"/>
            <a:ext cx="1234440" cy="384048"/>
          </a:xfrm>
          <a:prstGeom prst="rect">
            <a:avLst/>
          </a:prstGeom>
          <a:solidFill>
            <a:srgbClr val="2CB7F0"/>
          </a:solidFill>
          <a:ln w="1143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11111"/>
                </a:solidFill>
                <a:latin typeface="Times New Roman"/>
              </a:rPr>
              <a:t>Re-weight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33271" y="603504"/>
            <a:ext cx="1266445" cy="539496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33271" y="603504"/>
            <a:ext cx="2830068" cy="539496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33271" y="603504"/>
            <a:ext cx="4384549" cy="539496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99716" y="1527048"/>
            <a:ext cx="900684" cy="256032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200400" y="1527048"/>
            <a:ext cx="662939" cy="256032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299716" y="2167128"/>
            <a:ext cx="900684" cy="320040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200400" y="2167128"/>
            <a:ext cx="653796" cy="320040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286000" y="2871216"/>
            <a:ext cx="13716" cy="374904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286000" y="2871216"/>
            <a:ext cx="1568196" cy="374904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240280" y="3630168"/>
            <a:ext cx="45720" cy="347471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240280" y="4361688"/>
            <a:ext cx="9144" cy="283464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49424" y="5029200"/>
            <a:ext cx="0" cy="347472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49424" y="5760720"/>
            <a:ext cx="0" cy="365760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417820" y="1527048"/>
            <a:ext cx="0" cy="2633472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417820" y="4544568"/>
            <a:ext cx="0" cy="438912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417820" y="5367528"/>
            <a:ext cx="0" cy="530352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249424" y="6510528"/>
            <a:ext cx="59436" cy="1033272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2926080" y="6089904"/>
            <a:ext cx="1874520" cy="1645920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308860" y="7927848"/>
            <a:ext cx="0" cy="164592"/>
          </a:xfrm>
          <a:prstGeom prst="line">
            <a:avLst/>
          </a:prstGeom>
          <a:ln w="1143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0" y="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Times New Roman"/>
              </a:rPr>
              <a:t>Input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Times New Roman"/>
              </a:rPr>
              <a:t>CxHxW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347472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Times New Roman"/>
              </a:rPr>
              <a:t>C//GxHxW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868680"/>
            <a:ext cx="1170432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Times New Roman"/>
              </a:rPr>
              <a:t>C//Gx1xW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868680"/>
            <a:ext cx="1170432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Times New Roman"/>
              </a:rPr>
              <a:t>C//GxHx1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868680"/>
            <a:ext cx="1170432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Times New Roman"/>
              </a:rPr>
              <a:t>C//GxHxW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48840" y="157276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Times New Roman"/>
              </a:rPr>
              <a:t>C//Gx1x(W+H)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2212848"/>
            <a:ext cx="1170432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Times New Roman"/>
              </a:rPr>
              <a:t>C//Gx1xW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63240" y="2212848"/>
            <a:ext cx="1170432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Times New Roman"/>
              </a:rPr>
              <a:t>C//GxHx1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" y="265176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Times New Roman"/>
              </a:rPr>
              <a:t>C//GxHxW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352044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Times New Roman"/>
              </a:rPr>
              <a:t>C//GxHxW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4572000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Times New Roman"/>
              </a:rPr>
              <a:t>C//Gx1x1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53583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Times New Roman"/>
              </a:rPr>
              <a:t>1xC//G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17320" y="665683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Times New Roman"/>
              </a:rPr>
              <a:t>1xHxW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44768" y="4297680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Times New Roman"/>
              </a:rPr>
              <a:t>C//Gx1x1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44768" y="5138928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Times New Roman"/>
              </a:rPr>
              <a:t>1xC//G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74920" y="66934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Times New Roman"/>
              </a:rPr>
              <a:t>1xHxW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51960" y="715060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Times New Roman"/>
              </a:rPr>
              <a:t>Cross-spatial learning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17320" y="83027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Times New Roman"/>
              </a:rPr>
              <a:t>Output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40280" y="830275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Times New Roman"/>
              </a:rPr>
              <a:t>CxHxW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49424" y="7086600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111111"/>
                </a:solidFill>
                <a:latin typeface="Times New Roman"/>
              </a:rPr>
              <a:t>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